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12192000" cy="6858000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BC108F-2AB8-48DA-AB49-F9E86BDDFE2F}" v="6" dt="2018-08-08T09:06:44.7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161" d="100"/>
          <a:sy n="161" d="100"/>
        </p:scale>
        <p:origin x="256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GB" sz="1800" dirty="0">
                <a:solidFill>
                  <a:srgbClr val="000000"/>
                </a:solidFill>
                <a:effectLst/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effectLst/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d77cdf02-81cb-40ec-948d-7d98aa17a260}">
  <we:reference id="WA200003233" version="2.0.0.3" store="en-US" storeType="OMEX"/>
  <we:alternateReferences/>
  <we:properties>
    <we:property name="Microsoft.Office.CampaignId" value="&quot;none&quot;"/>
    <we:property name="reportUrl" value="&quot;/groups/me/reports/ee0cc43c-8faa-48ac-9ca5-f673dfcd8aaa/bbf2f40187784361cdda?bookmarkGuid=e690273f-33d3-4bb6-b930-188cacc1cb28&amp;bookmarkUsage=1&amp;ctid=899789dc-202f-44b4-8472-a6d40f9eb440&amp;fromEntryPoint=export&quot;"/>
    <we:property name="reportState" value="&quot;CONNECTED&quot;"/>
    <we:property name="artifactViewState" value="&quot;live&quot;"/>
    <we:property name="reportEmbeddedTime" value="&quot;2025-11-25T02:17:30.530Z&quot;"/>
    <we:property name="creatorSessionId" value="&quot;18b3060a-0a4a-442b-800c-2e6cd1ccb6bb&quot;"/>
    <we:property name="creatorUserId" value="&quot;10032003CB4218C6&quot;"/>
    <we:property name="creatorTenantId" value="&quot;899789dc-202f-44b4-8472-a6d40f9eb440&quot;"/>
    <we:property name="pageDisplayName" value="&quot;Portada&quot;"/>
    <we:property name="pageName" value="&quot;bbf2f40187784361cdda&quot;"/>
    <we:property name="isFiltersActionButtonVisible" value="false"/>
    <we:property name="initialStateBookmark" value="&quot;H4sIAAAAAAAAA6WV32/UMAzH/xXU5xNyEufX3gZCII1tiKG9IISc2DeKurZqe2hjuv+d9G4ICXY61L20jet+/LXj1A8V12Pf0P0F3Up1Up3TkIm74QWqalW1e+Ory8uz89OPZ18vTs/fFHPXT3XXjtXJQzXRcCPTdT1uqJkRxfj5y6qipvlAN/NqTc0oq6qXYexaauqfsncur6ZhI9tVJXd90w00I68mmmTG/ijuZV1iq5emRKQ81T/kSvK0t6a01msEFbwPaJzKzFTcxr3DTtmTLjN6F/51105UtyXMbFtnMRg4IkIC8EgCO9+xbm+aR8F/vv10389VmeRuSt3dXI/0vQSeSdttSchx9CpmzQoolAuAVkdp9W2p178sH2wyRnmwGJ2xYNmEpSyTDCCLRdDGJ51ycmZ5likDO7uOyBCcQgvKPqNmFkJkAym7TJBQM+HxPA/S1kWPsFWRUixbykocLKd5IhssF4Z3Jc3sveOle6CRLZdW09H70moafMalLLfWNlvvskq+tFpmyP4oa/xG/ROsGFOKTEJOsdKeVNBxecWENYoS4yQp57ID7Z5BCzFnb31IwQT0wWhLx/v2QJ7gskUU75UPOllny6lfrgxNcDojOKPYKA2iJS1VZk0GHZMrKVrjOXv6j908qMyUPwajWVtFUQsrh+H46TygDBV7TMgeSqICkJSXpT0LVhAYo09eLIFRJh2v2OGTyQnROU3grFDkZNXi02Sz4awTxNKuRlyZB27hXhbYX0Pm7dBt+t2kKQFMFI4as43WIEDc/Uvq8V3NLO3jVNxB/kCrWyljdn7oNtPYU5YP1Jb154eqH7oyW6dadn5lllLLwo/Pw3x/X08y7LVfU7OZZe+GcvVbaZ0aOfLBLGr2326/zJdfyT0tjjYIAAA=&quot;"/>
    <we:property name="bookmark" value="&quot;H4sIAAAAAAAAA6WVTWvcQAyG/0rxeSmaGc1Xrj20h7YEUnIJOWhGcuri2Mb2hqRh/3vH3kCgzbLFudjzIT96pdFYzxU309DS03e6l+qi+kZjJu7HD6iqXdUdF0OQRKiIDVnWQdmEqez2w9z03VRdPFczjXcyXzfTntqFVBZvbncVte0l3S2zmtpJdtUg49R31Da/5WhctuZxL4ddJY9D24+0IK9mmmXBPhTzMi8S1EdTPFKemwe5kjwfV1OqdY2ggvcBjVOZmYrZdDRYlb1psqBX95/6bqamK26WtTqLwcARERKARxJYbaemu2tfBL9+++NpWJIzy+Oc+sclH+lXcbyQDocSkOPoVcyaFVAoDwCtztKa+5Kvf1k+2GSM8mAxOmPBsglbWSYZQBaLoI1POuXkzPYoUwZ2to7IEJxCC8q+I2cWQmQDKbtMkFAz4fk4T9LqokfYqkgpliNlJQ620zyRDZYLw7sSZvbe8dYz0MiWS6np6H0pNQ0+41aWq7XN1ruski+llhmyP8uaftLwBivGlCKTkFOstCcVdNyeMWGNosQ4Scq57EC7d9BCzNlbH1IwAX0w2tL5uj0RJ7hsEcV75YNO1tly67crQxOczgjOKDZKg2hJW5VZk0HH5EqI1njOnv7jNE8qM+WPwWhqqyhqYeUwnL+dJ5ShYo8J2UMJVACS8rK1ZsEKAmP0yYslMMqk8xk7fTM5ITqnCZwVipys2nybbDacdYJYytWIK/3AbTzLAvuryXwe+/2wdpriwEThqDHbaA0CxPVf0kxfGmbpXrriCnmFVvdS2uwy6PfzNFCWS+rK/Oa5Gsa+9Na5kdWu9FLqWPhlPC7vr80s41H7NbX7RfbalKvFy+F2efwBmVZ8WA0IAAA=&quot;"/>
    <we:property name="datasetId" value="&quot;b7f3f557-ad3a-4daf-b0e0-8486fa1a1ac4&quot;"/>
    <we:property name="embedUrl" value="&quot;/reportEmbed?reportId=ee0cc43c-8faa-48ac-9ca5-f673dfcd8aaa&amp;config=eyJjbHVzdGVyVXJsIjoiaHR0cHM6Ly9XQUJJLU5PUlRILUVVUk9QRS1LLVBSSU1BUlktcmVkaXJlY3QuYW5hbHlzaXMud2luZG93cy5uZXQiLCJlbWJlZEZlYXR1cmVzIjp7InVzYWdlTWV0cmljc1ZOZXh0Ijp0cnVlfX0%3D&amp;disableSensitivityBanner=true&amp;storytellingChangeViewModeShortcutKeys=true&quot;"/>
    <we:property name="backgroundColor" value="&quot;#042A04&quot;"/>
    <we:property name="reportName" value="&quot;transporte_mercancias_carretera&quot;"/>
    <we:property name="isVisualContainerHeaderHidden" value="fals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1505</TotalTime>
  <Words>3</Words>
  <Application>Microsoft Office PowerPoint</Application>
  <PresentationFormat>Panorámica</PresentationFormat>
  <Paragraphs>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 Light</vt:lpstr>
      <vt:lpstr>Office Theme</vt:lpstr>
      <vt:lpstr>Microsoft Power BI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Elena Sánchez-Laulhé</cp:lastModifiedBy>
  <cp:revision>3</cp:revision>
  <dcterms:created xsi:type="dcterms:W3CDTF">2018-06-07T21:39:02Z</dcterms:created>
  <dcterms:modified xsi:type="dcterms:W3CDTF">2025-11-25T02:21:10Z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