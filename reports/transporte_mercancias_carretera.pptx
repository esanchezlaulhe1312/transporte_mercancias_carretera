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C16A34-F6B7-40B3-A4BD-355F3FFC39A6}" v="1" dt="2025-11-24T22:25:54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61" d="100"/>
          <a:sy n="161" d="100"/>
        </p:scale>
        <p:origin x="256" y="11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4609633"/>
                  </p:ext>
                </p:extLst>
              </p:nvPr>
            </p:nvGraphicFramePr>
            <p:xfrm>
              <a:off x="0" y="1"/>
              <a:ext cx="12192000" cy="691539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1"/>
                <a:ext cx="12192000" cy="69153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ad40fd8-86e1-4f44-883b-2d619169845a}">
  <we:reference id="WA200003233" version="2.0.0.3" store="en-US" storeType="OMEX"/>
  <we:alternateReferences/>
  <we:properties>
    <we:property name="Microsoft.Office.CampaignId" value="&quot;none&quot;"/>
    <we:property name="reportUrl" value="&quot;/groups/me/reports/ee0cc43c-8faa-48ac-9ca5-f673dfcd8aaa/bbf2f40187784361cdda?bookmarkGuid=ab6c817f-2a49-4d45-a4eb-5cdfc7111275&amp;bookmarkUsage=1&amp;ctid=899789dc-202f-44b4-8472-a6d40f9eb440&amp;fromEntryPoint=export&amp;pbi_source=storytelling_addin&quot;"/>
    <we:property name="reportState" value="&quot;CONNECTED&quot;"/>
    <we:property name="artifactViewState" value="&quot;live&quot;"/>
    <we:property name="reportEmbeddedTime" value="&quot;2025-11-24T22:18:54.378Z&quot;"/>
    <we:property name="creatorSessionId" value="&quot;e0941946-c816-4241-b636-f085a9d15c37&quot;"/>
    <we:property name="creatorUserId" value="&quot;10032003CB4218C6&quot;"/>
    <we:property name="creatorTenantId" value="&quot;899789dc-202f-44b4-8472-a6d40f9eb440&quot;"/>
    <we:property name="pageDisplayName" value="&quot;Portada&quot;"/>
    <we:property name="pageName" value="&quot;bbf2f40187784361cdda&quot;"/>
    <we:property name="reportName" value="&quot;transporte_mercancias_carretera&quot;"/>
    <we:property name="isVisualContainerHeaderHidden" value="false"/>
    <we:property name="isFiltersActionButtonVisible" value="false"/>
    <we:property name="initialStateBookmark" value="&quot;H4sIAAAAAAAAA+1bX28UyRH/KquVoiOSE1X/7+YNjC9BYCAYkYcIRdXdNfZcdnec2VkOH/JHykN0b3nli6VmZm1svMuaWTCGuwdLM7091VX1q7/d7bfjXM6PJ3jyBKc0vjvexzphruqRCuOd8awfvP/06aP9e88f/fPJvf09Hq6Om7Kazcd3344brA+peVnOFzhpSfDgP17tjHEyeYaH7VuBkzntjI+pnlcznJS/UD+Zf2rqBZ3ujOnN8aSqsSV50GBDLdnXPJ3feW3xZ8UrYmrK13RAqelHjfbkUk6QrTXaKkAknjbvJ3ScrZzSku6W361mDZYzXqYdyzZ5iMbbGJyOVmXjUzs+L2eHkyXD7799cXLcamV+hMftolX8iZdt6ZyesjgJlQKPCiARojA+gBlKKxuUKFQgr1tpYrDebqTV0JsmVm+uUrNIOfpkNThQ0RFY32mkKCfNUhHxZO/Ncc0YMrI9tXv5Nc4S5XEHVE3zHpe3491qsph2T3uXxg+qRZ3oORXdT7OmbE6YzINyOrr37r/VuGXkWV2xPXTj52NH1c+7NTH8eXwXTl/xyMcVNikT1ZdkHE+JbbF9OCQGtv2IxTju1ypp/l7Uy08vz2xN7ox/rKtp99nSHVqxr8qwM+65YD53xn8/opq6b9imctks1fDwA9XMl1OuobT+pVt9tbZ41Zc4WXTOxkQfl00v7tt+mCdKkPpxO/MVI9/+td9kbHCFTqZV7rRGHfIryf3wgL/I1c+zH8anS2Jzmpx54xWK86YuU3PQ4XfQzdtAvwsSS9KtyL27s+A/XXDoc5E/s+296pxD2UIkIVXywjiNwhPIjc6xy/Z6WLGwLM72/vGSjsq0mFzh89L45/STz2gQXwa1a2ikR09YAVoa55K2WUQPwsYbRu9FeVyNdqt5w9J+wO5yoXf/wdGdAzp897/ZaE6jaZlp9sffHqjDFdVjbT0mqUzOUYNUQYvs1A1ivQs6uNFDDvWJRs9qSmV1RY4H5bzhrFninUfT3xjCQ9SzxLXwioxyjiH1EjJE0MOLnSJCFqS0VDEFHwJkCsOLnX3C+aKm6yphn3KZcT7aS9Xs3a/TMl2JYC+qBicXveCygex8+0EqV7NFs3uEdXMZHH6pM9X3TzrFPyjrszKCy6+9G1V6b/7ZaFLBSIwyQErOC9hsKF8Tlec0wVS++/X33PFJmuqDjAGKAMoqDeiNVIQ6DO3OKCXhC8hJKAjZEvhrBKw1tLwzUSarFOqofNLeDqdVJJVAYULuQI3NJsXkB9Ny2RQUMtgIKQsusezmbraccu+/ojOOkfWUwDkAFABShM0yrqFlExGmDNIZAMoBYtzMF3ZWeH/RNGxnV0hGqUUsPJikvEdtuJrU6wPBcmvEKdaLlNZp0B6Jm+vYZo9lmHhRHT/ht+v1mvNF/PeC6pPxh3Hw4OwHfv7b2cMnda3n9fL7znXnfPb04uwVQfRSt3vWzm3fy76v4XfOOClKmvA8XubpZ00R50xMP2SCH6cs8TKmnOvpT/+ajvs2lxEc3xXQGUivBnlBdddR9A1vEVxsjZgJjBNa//W5yS1j9lfpYXe+Qvn1Udw/OaemyYKp1JR7fd2uomejia/M0stsevKlG3dtUyZBWlsIjtMfZ4jbVKZ/ZjvBOi9/+kaso9tbEdp7xc12JKezjCDNR/LijUN0qdUctfMHbZTdQmxWS9aDwv2sCCmAbksgbrljduL2gdIb1XeIyWXBekiSJIMZQHMD6R1ZkeM3EMq+E1zWS9eDo7ip8jZzfiFIIEBKcLcInP32GHV2YcLozh8Gtfe3EJp1svXA2JCEMR6cJHTcAqts/S0Cpjen3WoaucQruZgenYwOcIJ1Wc2/I4yuIWYPl7MavI/BE3QHyODj5mLgxnbLPvzp972xVXrpK2/MZIkcse9JIG0SXgPJtY537/CwpkM8a233tsD40bOHS15Hr+frjhBWHDD8uJgt/UUMajK/kggXENtWgq97JWNSzmir1ve22dCXao433kXwJGMhAwRtADjcsn/e9F2EwUH2Oo5Wl83RlJqyu2P1mIrmi+S0K0dsz8vDo26pg8ST8t7r3ohv9tBpp1+9vSbXvjzladhUjKTaZuPpPtbbud7vkKyG5EvFgE9M1kUhrZAhWB1Vzg4whsHHMFJEiUVBxkqbI7b08lBamnTwkmtAIAcQwCuz+ahp7Zm9tw6LEKK3QYJwNghLG6l9/FAHoyLgAgc4lJIU4LlBH86gAHRapCI5E50gp2IeDIMqnFQkMqD03nFLSmkLzlhvAhWXcqw7L6zV5DcDsY4zFNk5bsmCCdkJYCORwzkzlGMA7UEITJptxKrBnEl0UGTVSikxtKCmLa6IIDkH7ArtVhoAgoh2MwLrzjbZKoQjigynFZy/pRtMqwgUso85sk/ZBMYk2uwGa6VMVlt2KQAL7ApRBp23oEbKSQMFITspBEzB5s03pdfI6dlgTeEFgPJCQpCot7CzQD4mn5IwKDNmlWAbT3dMpVBBRmtT4HhrnB58Vl1ILYIWOocUpbUcLP3wgKtJUVaFgpRztJLdUwyX0mbXXg5wIRohEvMWaAtqyUuRM1h2cYPg0cgt/EmCthwtJEj2A2EVps22sY4WR21kSds2l3OBArxGpF1zH0IHl9glWWPsTowmB9vNGlvDF4fDlJIUXO4LERRw9FZDaYEyWhRoTPZOUjBWaxxsrygVtndQPFq0HNCy28IvkRniqE+gkrEZvRY0WEor+OsQvNEOvPA6pLyFjysqXCHAsaV6TCw0h6Mt5GSLjxz3pbZoBL9pPdgyKHhNTAGcklyxcDa4xv+QrKTFxPpJ5//w8pe6Whx3JSzorCMSp5ioDbtFNKGzmXL+1zJnmp3/h44GjvqaS1BruLLIQWj/wcTuAn+b7BMITvKJpHFS2MxJYjVJdmxua62U/GASsk86WjGxE2DVbly1aObHmOgZzmjFrhw3nDjLlJfPG//voNNSubwr8ZEPWqbON/FOT/8P2qfEET41AAA=&quot;"/>
    <we:property name="bookmark" value="&quot;H4sIAAAAAAAAA6WVvW7cMAyAX6XwHBSURIlS165tESBFliADJfJSF45t2L4gaZB3r3wXIENzuMJZZIuiP/6INJ8baeex46cffK/Nl+Y7T4VlmD651Fw0/VFYTARfChBbJkAHIWk9HcalHfq5+fLcLDzd6XLdznvuVlIV3txeNNx1l3y37nbczXrRjDrNQ89d+0ePyvVomfb6ctHo49gNE6/Iq4UXXbEPVb3uqwvms6sWuSztg15pWY7SnHd2h2AiUUQXTBHhqjYfFQ6evauyog/mvw79wm1fzayyXVGHURIiZABCVjjozm1/1706/Pbtz6dxTc6ij0seHtd85N/V8Ep6eakBBUlkUrFigGNdAKw5S2vva77+ZVH02TlD4DEF58GLi1tZLjtAUY9gHWWbSw5ue5S5gAS/SygQg0EPxn8gZx5iEge5hMKQ0Qrj+ThP0nbVHxVvEudUr1SMBthOI2YfvVQGhRpmIQqy9Q4sipdaajYR1VKzQAW3ssLO+uIpFJOplloRKHSWNf/i8R1WSjknYeVgxFhiE23anjEVi2rUBc0mhBLAhg/QYiqFPMUcXUSKzno+X7cn4oRQPKISGYo2++Br12/3DF0MtiAEZ8QZC2o1b/XMuwI25VBD9I6kEP/HbZ70zNU/hqDbecPJqpiA8Xx3nvAMjRBmFIIaqAJkQ7q1ZsErgmCiTOoZnHH5fMZOd6ZkxBAsQ/DKSbI3G7vpgHuTNPda59r6MuyXeeSil9zX/c1zM05DHWZLqwe9Ory4F5XX92l9fmsXnY6Gr7nbrzYPU7A5mLldl78q1ZYkfgcAAA==&quot;"/>
    <we:property name="datasetId" value="&quot;b7f3f557-ad3a-4daf-b0e0-8486fa1a1ac4&quot;"/>
    <we:property name="embedUrl" value="&quot;/reportEmbed?reportId=ee0cc43c-8faa-48ac-9ca5-f673dfcd8aaa&amp;config=eyJjbHVzdGVyVXJsIjoiaHR0cHM6Ly9XQUJJLU5PUlRILUVVUk9QRS1LLVBSSU1BUlktcmVkaXJlY3QuYW5hbHlzaXMud2luZG93cy5uZXQiLCJlbWJlZEZlYXR1cmVzIjp7InVzYWdlTWV0cmljc1ZOZXh0Ijp0cnVlfX0%3D&amp;disableSensitivityBanner=true&amp;storytellingChangeViewModeShortcutKeys=true&quot;"/>
    <we:property name="backgroundColor" value="&quot;#FCF6D7&quot;"/>
    <we:property name="design" value="{&quot;border&quot;:{&quot;isActive&quot;:true,&quot;color&quot;:&quot;#808080&quot;,&quot;width&quot;:1,&quot;transparency&quot;:0,&quot;dash&quot;:&quot;solid&quot;}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Elena Sánchez-Laulhé</cp:lastModifiedBy>
  <cp:revision>3</cp:revision>
  <dcterms:created xsi:type="dcterms:W3CDTF">2018-06-07T21:39:02Z</dcterms:created>
  <dcterms:modified xsi:type="dcterms:W3CDTF">2025-11-24T22:26:02Z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